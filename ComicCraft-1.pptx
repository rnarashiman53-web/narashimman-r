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40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✎</a:t>
            </a:r>
            <a:endParaRPr lang="en-US" sz="192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COMIC CRAFT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Comic Story Creator Using Gemini Models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imagination into illustrated stories with generative AI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Great Comic Starts With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Idea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406640" y="457200"/>
            <a:ext cx="4206240" cy="58521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0" y="24688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imagination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illustrated panels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minutes.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✎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920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comic today needs writing, illustration and layout skill — a slow, expensive combination for most storytellers.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1546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 Craft is an AI-powered web app that turns a simple story prompt into a complete, illustrated comic strip.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4398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3891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Google's Gemini multimodal models to write the narrative, generate matching artwork and lay it out panel by panel.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Comic Creation Is Slow, Costly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Skill-Heavy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✍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39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Writing bottleneck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a coherent, panel-ready script takes real writing skill and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🖌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39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 dependency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517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an illustrator for every panel is expensive and hard to scale.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⧉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Layout complexity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834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Arranging dialogue, panels and pacing needs design know-how.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891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⏱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Long turnaround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9834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short comic can take days to weeks from idea to final page.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Comic Craft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105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story generation from a short user prompt.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51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consistent, panel-matched illustrations with Gemini's image models.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930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panels, captions and dialogue into a readable comic layout.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342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users simple controls to edit, regenerate or customize a comic.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755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comic creation accessible to anyone, regardless of art skill.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Today's Tools Fall Short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Method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828800"/>
            <a:ext cx="39319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77724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" y="233172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illustration + writing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2331720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creative control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35824" y="233172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slow, needs artistic skill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" y="310896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text-to-image tools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3108960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single images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35824" y="31089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story continuity or dialogue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77724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388620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 template apps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3886200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layout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388620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AI-written story or art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" y="466344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AI generators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95344" y="4663440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art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35824" y="466344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image handled separately, style drifts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Prompt In, One Comic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4F5FB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33172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3736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Prompt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story idea, genre or characters.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3774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Script (Gemini)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6118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a structured scene-by-scene script.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3774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132320" y="233172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 (Gemini)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6118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image model renders each panel's artwork.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23774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829800" y="233172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298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Comic Output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6118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Panels, dialogue and captions merge into a final comic.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Gemini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3A468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✎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Gemini Text Model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prompts and writes multi-scene story scripts with dialogue and pacing.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3A468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2860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🎨</a:t>
            </a:r>
            <a:endParaRPr lang="en-US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Gemini Image Model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947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panel artwork directly from scene descriptions, matching art style.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3A468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2860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🔗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Multimodal Reasoning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7947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characters, tone and setting consistent across text and image generation.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28016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— prompt input, style options, comic viewer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128016" cy="914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926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requests, session state, panel assembly logic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23360"/>
            <a:ext cx="128016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Gemini AI Layer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023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model for script, image model for panel art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120640"/>
            <a:ext cx="128016" cy="914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120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Storage Layer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5120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generated comics, assets and user projects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Comic Craft Offers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✎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Story Writing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900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plot, dialogue and scene breakdown.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3911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🎨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Panel Art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900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matching illustrations for every scene.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3911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⧉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 Layout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9900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panels, speech bubbles and captions.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7939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🎭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Style Control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303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art style — manga, cartoon, noir and more.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7939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↻</a:t>
            </a:r>
            <a:endParaRPr lang="en-US" sz="132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Regenerate &amp; Edit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2303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any panel or line without restarting.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27939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⬇</a:t>
            </a:r>
            <a:endParaRPr lang="en-US" sz="132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Export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2303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finished comic as image or PDF.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35124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Next.js, Tailwind CSS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135124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 (FastAPI)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323844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Text + Gemini Image (Google AI)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323844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PostgreSQL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512564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34440" y="4251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Storage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17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for generated assets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1605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512564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03720" y="4251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Hosting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617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(e.g. Google Cloud / Vercel)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" y="2240280"/>
            <a:ext cx="0" cy="320040"/>
          </a:xfrm>
          <a:prstGeom prst="line">
            <a:avLst/>
          </a:prstGeom>
          <a:noFill/>
          <a:ln w="19050">
            <a:solidFill>
              <a:srgbClr val="CFC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</a:t>
            </a:r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story idea, characters, genre and preferred art style.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" y="2999232"/>
            <a:ext cx="0" cy="320040"/>
          </a:xfrm>
          <a:prstGeom prst="line">
            <a:avLst/>
          </a:prstGeom>
          <a:noFill/>
          <a:ln w="19050">
            <a:solidFill>
              <a:srgbClr val="CFCF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25420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Generation  </a:t>
            </a:r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text model produces a scene-wise script with dialogue.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" y="3758184"/>
            <a:ext cx="0" cy="320040"/>
          </a:xfrm>
          <a:prstGeom prst="line">
            <a:avLst/>
          </a:prstGeom>
          <a:noFill/>
          <a:ln w="19050">
            <a:solidFill>
              <a:srgbClr val="CFCF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33009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</a:t>
            </a:r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scene is converted into a detailed image prompt.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" y="4517136"/>
            <a:ext cx="0" cy="320040"/>
          </a:xfrm>
          <a:prstGeom prst="line">
            <a:avLst/>
          </a:prstGeom>
          <a:noFill/>
          <a:ln w="19050">
            <a:solidFill>
              <a:srgbClr val="CFCF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40599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 </a:t>
            </a:r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image model renders each panel's artwork.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646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" y="5276088"/>
            <a:ext cx="0" cy="320040"/>
          </a:xfrm>
          <a:prstGeom prst="line">
            <a:avLst/>
          </a:prstGeom>
          <a:noFill/>
          <a:ln w="19050">
            <a:solidFill>
              <a:srgbClr val="CFCF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818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 </a:t>
            </a:r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Panels, bubbles and captions are composed into comic pages.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577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Export  </a:t>
            </a:r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previews, edits and downloads the final comic.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Prompt to Panels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3A46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 young astronaut discovers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talking cat on Mars."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394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338328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5176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✎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43600" y="19202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32520" y="19202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3252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977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6D77B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5623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32520" y="3977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E8EC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32520" y="5623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4F5FB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1488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59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⚡</a:t>
            </a:r>
            <a:endParaRPr lang="en-US" sz="192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instead of days to produce a comic.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DEDED"/>
          </a:solidFill>
          <a:ln/>
        </p:spPr>
      </p:sp>
      <p:sp>
        <p:nvSpPr>
          <p:cNvPr id="10" name="Shape 8"/>
          <p:cNvSpPr/>
          <p:nvPr/>
        </p:nvSpPr>
        <p:spPr>
          <a:xfrm>
            <a:off x="4320540" y="21488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205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💰</a:t>
            </a:r>
            <a:endParaRPr lang="en-US" sz="192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Cost-effective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hire writers or illustrators.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4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5180" y="21488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51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🌍</a:t>
            </a:r>
            <a:endParaRPr lang="en-US" sz="192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Accessible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create a comic, no art skill required.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DEDED"/>
          </a:solidFill>
          <a:ln/>
        </p:spPr>
      </p:sp>
      <p:sp>
        <p:nvSpPr>
          <p:cNvPr id="20" name="Shape 18"/>
          <p:cNvSpPr/>
          <p:nvPr/>
        </p:nvSpPr>
        <p:spPr>
          <a:xfrm>
            <a:off x="9989820" y="21488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8982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🎨</a:t>
            </a:r>
            <a:endParaRPr lang="en-US" sz="192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Creative Freedom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experiment with styles and stories.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Comic Craft Can Be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🎓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57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6888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lessons into engaging illustrated stories.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4231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📣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057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46888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storyboard-style comics for campaigns.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57200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572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📚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06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Publishing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61772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of comic concepts and pitches.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57200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572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🎮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206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Entertainment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61772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or fan-made comic stories for fun.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Comics, Reimagined by AI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 Craft shows how Gemini's text and image models can work together to take a single idea and turn it into a complete illustrated story — fast, affordable and open to anyone.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261104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narration and animated panel transitions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718304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663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story generation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120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Collaborative, multi-user comic creation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2026-09-23T14:27:35Z</dcterms:created>
  <dcterms:modified xsi:type="dcterms:W3CDTF">2026-09-23T14:27:35Z</dcterms:modified>
</cp:coreProperties>
</file>